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161D2F"/>
          </a:solidFill>
          <a:ln w="12700">
            <a:solidFill>
              <a:srgbClr val="161D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2926080" cy="914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pic>
        <p:nvPicPr>
          <p:cNvPr id="5" name="Image 0" descr="C:\Users\KMC-PC\kmc-tracker\public\kmc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57200"/>
            <a:ext cx="228600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188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VEHICLES · MADE IN UGANDA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3291840" y="365760"/>
            <a:ext cx="18288" cy="438912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66160" y="91440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 PRODUCTION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TRACKER</a:t>
            </a:r>
            <a:endParaRPr lang="en-US" sz="4800" dirty="0"/>
          </a:p>
        </p:txBody>
      </p:sp>
      <p:sp>
        <p:nvSpPr>
          <p:cNvPr id="9" name="Shape 6"/>
          <p:cNvSpPr/>
          <p:nvPr/>
        </p:nvSpPr>
        <p:spPr>
          <a:xfrm>
            <a:off x="3566160" y="2926080"/>
            <a:ext cx="109728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66160" y="310896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Production Tracking System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Kiira Motors Corporation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566160" y="475488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KMC BUS PRODUCTION TRACKER  ·  FEATURE OVERVIEW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\Users\KMC-PC\kmc-tracker\public\kmc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64592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0" y="1645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Overview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286000" y="594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integrated modules driving production visibility</a:t>
            </a:r>
            <a:endParaRPr lang="en-US" sz="1100" dirty="0"/>
          </a:p>
        </p:txBody>
      </p:sp>
      <p:pic>
        <p:nvPicPr>
          <p:cNvPr id="6" name="Image 1" descr="C:\Users\KMC-PC\kmc-tracker\ppt_after_log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3657600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1463040" y="457200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463040" y="4572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CARD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669280" y="457200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669280" y="4572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TRACKER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\Users\KMC-PC\kmc-tracker\public\kmc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64592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194560" y="18288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194560" y="182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TRACKER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3566160" y="1371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 Tracker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566160" y="5669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floor map — every bus at its current station across all production lines</a:t>
            </a:r>
            <a:endParaRPr lang="en-US" sz="1050" dirty="0"/>
          </a:p>
        </p:txBody>
      </p:sp>
      <p:pic>
        <p:nvPicPr>
          <p:cNvPr id="8" name="Image 1" descr="C:\Users\KMC-PC\kmc-tracker\ppt_line_tracker_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4892040" cy="2926080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pic>
      <p:pic>
        <p:nvPicPr>
          <p:cNvPr id="9" name="Image 2" descr="C:\Users\KMC-PC\kmc-tracker\ppt_line_tracker_bus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051560"/>
            <a:ext cx="3611880" cy="2926080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pic>
      <p:sp>
        <p:nvSpPr>
          <p:cNvPr id="10" name="Shape 5"/>
          <p:cNvSpPr/>
          <p:nvPr/>
        </p:nvSpPr>
        <p:spPr>
          <a:xfrm>
            <a:off x="274320" y="4133088"/>
            <a:ext cx="109728" cy="10972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475488" y="4087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production lines tracked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274320" y="4498848"/>
            <a:ext cx="109728" cy="10972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75488" y="4453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model, project, station, status &amp; date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4800600" y="4133088"/>
            <a:ext cx="109728" cy="10972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001768" y="4087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cards show model, VIN &amp; current station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800600" y="4498848"/>
            <a:ext cx="109728" cy="10972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001768" y="4453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Overrun &amp; status badges at a glance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\Users\KMC-PC\kmc-tracker\public\kmc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64592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194560" y="18288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194560" y="182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TRACKER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3566160" y="1371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566160" y="5669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metrics — throughput, takt time, overruns, OHS and rework</a:t>
            </a:r>
            <a:endParaRPr lang="en-US" sz="1050" dirty="0"/>
          </a:p>
        </p:txBody>
      </p:sp>
      <p:pic>
        <p:nvPicPr>
          <p:cNvPr id="8" name="Image 1" descr="C:\Users\KMC-PC\kmc-tracker\ppt_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8686800" cy="3200400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pic>
      <p:sp>
        <p:nvSpPr>
          <p:cNvPr id="9" name="Shape 5"/>
          <p:cNvSpPr/>
          <p:nvPr/>
        </p:nvSpPr>
        <p:spPr>
          <a:xfrm>
            <a:off x="228600" y="4407408"/>
            <a:ext cx="192024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228600" y="44165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ON FLOOR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228600" y="46268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 Buses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258568" y="4407408"/>
            <a:ext cx="192024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2258568" y="44165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KDC UNITS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2258568" y="46268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288536" y="4407408"/>
            <a:ext cx="192024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288536" y="44165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EVS UNITS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4288536" y="46268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318504" y="4407408"/>
            <a:ext cx="192024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318504" y="44165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PROD. RATE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6318504" y="46268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0.0/day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\Users\KMC-PC\kmc-tracker\public\kmc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64592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194560" y="18288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194560" y="182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TRACKER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3566160" y="1371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 Report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566160" y="5669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Per-bus breakdown — station times, progress, delays and bottleneck detection</a:t>
            </a:r>
            <a:endParaRPr lang="en-US" sz="1050" dirty="0"/>
          </a:p>
        </p:txBody>
      </p:sp>
      <p:pic>
        <p:nvPicPr>
          <p:cNvPr id="8" name="Image 1" descr="C:\Users\KMC-PC\kmc-tracker\ppt_bus_rep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5669280" cy="3291840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pic>
      <p:sp>
        <p:nvSpPr>
          <p:cNvPr id="9" name="Text 5"/>
          <p:cNvSpPr/>
          <p:nvPr/>
        </p:nvSpPr>
        <p:spPr>
          <a:xfrm>
            <a:off x="612648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can see: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126480" y="1572768"/>
            <a:ext cx="91440" cy="914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291072" y="15270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Per-bus station-by-station time breakdown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126480" y="2002536"/>
            <a:ext cx="91440" cy="914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91072" y="19568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 / SLOW / DELAYED status flags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26480" y="2432304"/>
            <a:ext cx="91440" cy="914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91072" y="23865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variance vs. estimate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126480" y="2862072"/>
            <a:ext cx="91440" cy="914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291072" y="28163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% at each station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126480" y="3291840"/>
            <a:ext cx="91440" cy="914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91072" y="32461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First-entry date and total cumulative time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126480" y="3721608"/>
            <a:ext cx="91440" cy="914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91072" y="36758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Excel, PDF or Slide deck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\Users\KMC-PC\kmc-tracker\public\kmc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64592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194560" y="18288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194560" y="182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CARD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3566160" y="1371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Travel Card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566160" y="5669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multi-step form for submitting station data, clock-in/out, and overrun capture</a:t>
            </a:r>
            <a:endParaRPr lang="en-US" sz="1050" dirty="0"/>
          </a:p>
        </p:txBody>
      </p:sp>
      <p:pic>
        <p:nvPicPr>
          <p:cNvPr id="8" name="Image 1" descr="C:\Users\KMC-PC\kmc-tracker\ppt_travel_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5212080" cy="3291840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pic>
      <p:sp>
        <p:nvSpPr>
          <p:cNvPr id="9" name="Text 5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5-Step Workflow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669280" y="1554480"/>
            <a:ext cx="347472" cy="34747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669280" y="1554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144768" y="1554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144768" y="1728216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project, bus model &amp; VIN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5669280" y="2176272"/>
            <a:ext cx="347472" cy="34747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669280" y="21762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144768" y="21762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144768" y="2350008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tasks, resources &amp; clock-in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5669280" y="2798064"/>
            <a:ext cx="347472" cy="34747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669280" y="27980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144768" y="27980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Overrun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144768" y="2971800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delays with root cause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5669280" y="3419856"/>
            <a:ext cx="347472" cy="34747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669280" y="34198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144768" y="34198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144768" y="3593592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completion confirmation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5669280" y="4041648"/>
            <a:ext cx="347472" cy="34747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669280" y="40416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144768" y="40416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144768" y="4215384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to Google Sheets via Apps Script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\Users\KMC-PC\kmc-tracker\public\kmc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64592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94560" y="1371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 &amp; Sharing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19456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formats to share production data with stakeholders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20040" y="11430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21208" y="1325880"/>
            <a:ext cx="411480" cy="411480"/>
          </a:xfrm>
          <a:prstGeom prst="ellipse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8105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 Workbook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bus data and station records in .xlsx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172968" y="11430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74136" y="1325880"/>
            <a:ext cx="411480" cy="41148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10128" y="18105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PDF Report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310128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multi-page production status report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025896" y="11430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27064" y="1325880"/>
            <a:ext cx="411480" cy="411480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63056" y="18105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PDF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63056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Slide-format summary ready for presentation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20040" y="2807208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21208" y="2990088"/>
            <a:ext cx="411480" cy="411480"/>
          </a:xfrm>
          <a:prstGeom prst="ellipse">
            <a:avLst/>
          </a:prstGeom>
          <a:solidFill>
            <a:srgbClr val="7E3AF2"/>
          </a:solidFill>
          <a:ln w="12700">
            <a:solidFill>
              <a:srgbClr val="7E3A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3474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PNG Export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3813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image snapshot of current view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172968" y="2807208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374136" y="2990088"/>
            <a:ext cx="411480" cy="411480"/>
          </a:xfrm>
          <a:prstGeom prst="ellipse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310128" y="3474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Report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310128" y="3813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or on-demand email to recipients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025896" y="2807208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227064" y="2990088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63056" y="3474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 Card PDF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163056" y="3813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PDF of the per-bus travel card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\Users\KMC-PC\kmc-tracker\public\kmc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"/>
            <a:ext cx="164592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94560" y="1371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Roles &amp; Administration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194560" y="566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access tiers — everyone can submit data; admins manage the catalog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20040" y="1097280"/>
            <a:ext cx="416052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23444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2344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1810512"/>
            <a:ext cx="100584" cy="10058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0664" y="176479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Travel Card data for any station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6928" y="2322576"/>
            <a:ext cx="100584" cy="10058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0664" y="227685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Live Line Tracker &amp; bus positions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" y="2834640"/>
            <a:ext cx="100584" cy="10058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0664" y="27889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Bus Reports &amp; Dashboard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6928" y="3346704"/>
            <a:ext cx="100584" cy="10058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0664" y="330098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views by model, project, line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66928" y="3858768"/>
            <a:ext cx="100584" cy="10058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0664" y="381304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reports to PDF / Excel / PNG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846320" y="1097280"/>
            <a:ext cx="416052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74920" y="123444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74920" y="12344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093208" y="1810512"/>
            <a:ext cx="100584" cy="10058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66944" y="176479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 capabilities, plus: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093208" y="2322576"/>
            <a:ext cx="100584" cy="10058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266944" y="227685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Catalog (projects, lines, stations, activities, resources)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093208" y="2834640"/>
            <a:ext cx="100584" cy="10058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266944" y="27889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clock-out times on Travel Cards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093208" y="3346704"/>
            <a:ext cx="100584" cy="10058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266944" y="330098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or deprecate catalog entries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093208" y="3858768"/>
            <a:ext cx="100584" cy="10058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266944" y="381304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shared Google Sheets data source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914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pic>
        <p:nvPicPr>
          <p:cNvPr id="4" name="Image 0" descr="C:\Users\KMC-PC\kmc-tracker\public\kmc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57200"/>
            <a:ext cx="228600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91840" y="365760"/>
            <a:ext cx="18288" cy="438912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566160" y="82296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factory floor.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3566160" y="2423160"/>
            <a:ext cx="91440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66160" y="2624328"/>
            <a:ext cx="91440" cy="914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49040" y="258775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bus positions across 9 production lines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566160" y="3035808"/>
            <a:ext cx="91440" cy="914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49040" y="29992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Per-bus station timing, delays and progress tracking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566160" y="3447288"/>
            <a:ext cx="91440" cy="914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49040" y="341071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travel card data entry with overrun capture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566160" y="3858768"/>
            <a:ext cx="91440" cy="914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49040" y="382219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 and exportable reports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566160" y="4270248"/>
            <a:ext cx="91440" cy="914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49040" y="423367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with admin catalog management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566160" y="475488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KIIRA MOTORS CORPORATION  ·  MISSION VEHICLES MADE IN UGANDA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KMC Bus Production Tracker</dc:title>
  <dc:subject>PptxGenJS Presentation</dc:subject>
  <dc:creator>Kiira Motors Corporation</dc:creator>
  <cp:lastModifiedBy>Kiira Motors Corporation</cp:lastModifiedBy>
  <cp:revision>1</cp:revision>
  <dcterms:created xsi:type="dcterms:W3CDTF">2026-06-23T11:58:06Z</dcterms:created>
  <dcterms:modified xsi:type="dcterms:W3CDTF">2026-06-23T11:58:06Z</dcterms:modified>
</cp:coreProperties>
</file>